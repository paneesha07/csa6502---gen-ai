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435" y="-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eesha Bheemu" userId="c347a16462f8bc68" providerId="LiveId" clId="{7C17AD35-8967-4735-9A9C-8ADC437B2622}"/>
    <pc:docChg chg="custSel modSld">
      <pc:chgData name="Paneesha Bheemu" userId="c347a16462f8bc68" providerId="LiveId" clId="{7C17AD35-8967-4735-9A9C-8ADC437B2622}" dt="2026-08-31T04:35:12.685" v="23" actId="2711"/>
      <pc:docMkLst>
        <pc:docMk/>
      </pc:docMkLst>
      <pc:sldChg chg="delSp modSp mod">
        <pc:chgData name="Paneesha Bheemu" userId="c347a16462f8bc68" providerId="LiveId" clId="{7C17AD35-8967-4735-9A9C-8ADC437B2622}" dt="2026-08-31T04:35:12.685" v="23" actId="2711"/>
        <pc:sldMkLst>
          <pc:docMk/>
          <pc:sldMk cId="0" sldId="256"/>
        </pc:sldMkLst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04.638" v="2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3:17.509" v="7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3:22.055" v="8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3:31.172" v="9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3:42.999" v="12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3:52.507" v="13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14" creationId="{00000000-0000-0000-0000-000000000000}"/>
          </ac:spMkLst>
        </pc:spChg>
        <pc:spChg chg="del">
          <ac:chgData name="Paneesha Bheemu" userId="c347a16462f8bc68" providerId="LiveId" clId="{7C17AD35-8967-4735-9A9C-8ADC437B2622}" dt="2026-08-31T04:34:19.640" v="15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4:25.120" v="16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21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29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49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4:32.086" v="17" actId="1076"/>
          <ac:spMkLst>
            <pc:docMk/>
            <pc:sldMk cId="0" sldId="256"/>
            <ac:spMk id="51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52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56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5:12.685" v="23" actId="2711"/>
          <ac:spMkLst>
            <pc:docMk/>
            <pc:sldMk cId="0" sldId="256"/>
            <ac:spMk id="57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4:40.698" v="18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Paneesha Bheemu" userId="c347a16462f8bc68" providerId="LiveId" clId="{7C17AD35-8967-4735-9A9C-8ADC437B2622}" dt="2026-08-31T04:34:47.652" v="19" actId="1076"/>
          <ac:spMkLst>
            <pc:docMk/>
            <pc:sldMk cId="0" sldId="256"/>
            <ac:spMk id="5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16" y="-12443"/>
            <a:ext cx="7562088" cy="1417320"/>
          </a:xfrm>
          <a:prstGeom prst="rect">
            <a:avLst/>
          </a:prstGeom>
          <a:solidFill>
            <a:srgbClr val="4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7562088" cy="2331720"/>
          </a:xfrm>
          <a:prstGeom prst="rect">
            <a:avLst/>
          </a:prstGeom>
          <a:solidFill>
            <a:srgbClr val="FFD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7562088" cy="2148840"/>
          </a:xfrm>
          <a:prstGeom prst="rect">
            <a:avLst/>
          </a:prstGeom>
          <a:solidFill>
            <a:srgbClr val="F9C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897880"/>
            <a:ext cx="7562088" cy="19659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6" y="7907304"/>
            <a:ext cx="7562088" cy="2825496"/>
          </a:xfrm>
          <a:prstGeom prst="rect">
            <a:avLst/>
          </a:prstGeom>
          <a:solidFill>
            <a:srgbClr val="D3E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2628" y="-2532"/>
            <a:ext cx="6922008" cy="487164"/>
          </a:xfrm>
          <a:prstGeom prst="rect">
            <a:avLst/>
          </a:prstGeom>
          <a:solidFill>
            <a:srgbClr val="FFF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324" y="10868"/>
            <a:ext cx="6922008" cy="353943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2000" b="1" dirty="0">
                <a:solidFill>
                  <a:srgbClr val="0814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IN CYBERSECURITY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82515"/>
            <a:ext cx="6922008" cy="22313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150" b="1" dirty="0">
                <a:solidFill>
                  <a:srgbClr val="0814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Threat Detection and Security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351" y="535213"/>
            <a:ext cx="2743200" cy="347472"/>
          </a:xfrm>
          <a:prstGeom prst="rect">
            <a:avLst/>
          </a:prstGeom>
          <a:solidFill>
            <a:srgbClr val="FFF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" y="475083"/>
            <a:ext cx="2596896" cy="47705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•  INTRODUCTION &amp;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" y="938533"/>
            <a:ext cx="6995160" cy="38472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 dirty="0">
                <a:solidFill>
                  <a:srgbClr val="1419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can understand security logs, alerts and analyst questions. They can help detect threats, summarize incidents and accelerate Security Operations Center (SOC) workflows.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1554480"/>
            <a:ext cx="2743200" cy="347472"/>
          </a:xfrm>
          <a:prstGeom prst="rect">
            <a:avLst/>
          </a:prstGeom>
          <a:solidFill>
            <a:srgbClr val="FFF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744" y="1586484"/>
            <a:ext cx="2596896" cy="26517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•  LLM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947672"/>
            <a:ext cx="6995160" cy="160043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Transformer architecture + attention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Pretraining on large text and code corpora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Instruction tuning and alignment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Context-aware generation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Retrieval-Augmented Generation (RAG) using trusted security 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3877056"/>
            <a:ext cx="2880360" cy="347472"/>
          </a:xfrm>
          <a:prstGeom prst="rect">
            <a:avLst/>
          </a:prstGeom>
          <a:solidFill>
            <a:srgbClr val="FFF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6365" y="3826764"/>
            <a:ext cx="2734056" cy="47705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•  THREAT DETECTION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" y="4370832"/>
            <a:ext cx="1325880" cy="896112"/>
          </a:xfrm>
          <a:prstGeom prst="rect">
            <a:avLst/>
          </a:prstGeom>
          <a:solidFill>
            <a:srgbClr val="FF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608" y="4443984"/>
            <a:ext cx="1234440" cy="18466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4B4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645152"/>
            <a:ext cx="1234440" cy="20300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19" b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4864608"/>
            <a:ext cx="1234440" cy="17222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819" b="0">
                <a:solidFill>
                  <a:srgbClr val="3737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 &amp;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4370832"/>
            <a:ext cx="1325880" cy="896112"/>
          </a:xfrm>
          <a:prstGeom prst="rect">
            <a:avLst/>
          </a:prstGeom>
          <a:solidFill>
            <a:srgbClr val="FF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7360" y="4443984"/>
            <a:ext cx="1234440" cy="18466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4B4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645152"/>
            <a:ext cx="1234440" cy="20300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19" b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864608"/>
            <a:ext cx="1234440" cy="17222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819" b="0">
                <a:solidFill>
                  <a:srgbClr val="3737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36392" y="4370832"/>
            <a:ext cx="1325880" cy="896112"/>
          </a:xfrm>
          <a:prstGeom prst="rect">
            <a:avLst/>
          </a:prstGeom>
          <a:solidFill>
            <a:srgbClr val="FF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82112" y="4443984"/>
            <a:ext cx="1234440" cy="18466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4B4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2112" y="4645152"/>
            <a:ext cx="1234440" cy="20300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19" b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4864608"/>
            <a:ext cx="1234440" cy="17222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819" b="0">
                <a:solidFill>
                  <a:srgbClr val="3737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81144" y="4370832"/>
            <a:ext cx="1325880" cy="896112"/>
          </a:xfrm>
          <a:prstGeom prst="rect">
            <a:avLst/>
          </a:prstGeom>
          <a:solidFill>
            <a:srgbClr val="FF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26864" y="4443984"/>
            <a:ext cx="1234440" cy="18466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4B4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4645152"/>
            <a:ext cx="1234440" cy="20300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19" b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4864608"/>
            <a:ext cx="1234440" cy="17222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819" b="0">
                <a:solidFill>
                  <a:srgbClr val="3737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 threats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25896" y="4370832"/>
            <a:ext cx="1325880" cy="896112"/>
          </a:xfrm>
          <a:prstGeom prst="rect">
            <a:avLst/>
          </a:prstGeom>
          <a:solidFill>
            <a:srgbClr val="FF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71616" y="4443984"/>
            <a:ext cx="1234440" cy="18466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4B4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1616" y="4645152"/>
            <a:ext cx="1234440" cy="20300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19" b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71616" y="4864608"/>
            <a:ext cx="1234440" cy="17222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819" b="0">
                <a:solidFill>
                  <a:srgbClr val="3737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5358384"/>
            <a:ext cx="6903720" cy="20774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50" b="1">
                <a:solidFill>
                  <a:srgbClr val="4123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analyst review remains the control layer before high-impact actions.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6016752"/>
            <a:ext cx="2971800" cy="347472"/>
          </a:xfrm>
          <a:prstGeom prst="rect">
            <a:avLst/>
          </a:prstGeom>
          <a:solidFill>
            <a:srgbClr val="FFF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37744" y="6048756"/>
            <a:ext cx="2825496" cy="26517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•  INDUSTRY APPLICATIONS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46520"/>
            <a:ext cx="1874519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19" b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6446520"/>
            <a:ext cx="4983480" cy="192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50" b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suspicious patterns and rank alerts.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793992"/>
            <a:ext cx="1874519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19" b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 Copilot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6793992"/>
            <a:ext cx="4983480" cy="192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50" b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 incidents using natural language.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7141464"/>
            <a:ext cx="1874519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19" b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7141464"/>
            <a:ext cx="4983480" cy="192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50" b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 actions, playbooks and next steps.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7488936"/>
            <a:ext cx="1874519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19" b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 Intelligence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7488936"/>
            <a:ext cx="4983480" cy="192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50" b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indicators, entities and relationships.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" y="7982712"/>
            <a:ext cx="2560320" cy="347472"/>
          </a:xfrm>
          <a:prstGeom prst="rect">
            <a:avLst/>
          </a:prstGeom>
          <a:solidFill>
            <a:srgbClr val="FFF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37744" y="7911123"/>
            <a:ext cx="2414015" cy="47705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•  IMPACT &amp; RESPONSIBLE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8352928"/>
            <a:ext cx="20574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50" b="1">
                <a:solidFill>
                  <a:srgbClr val="1946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8714232"/>
            <a:ext cx="2057400" cy="1857303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69" b="0">
                <a:solidFill>
                  <a:srgbClr val="1E2D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Faster alert triage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✓ Analyst productivity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✓ Better incident context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✓ Scalable assistance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24912" y="8412480"/>
            <a:ext cx="20574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50" b="1" dirty="0">
                <a:solidFill>
                  <a:srgbClr val="1946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24912" y="8714232"/>
            <a:ext cx="2057400" cy="158030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69" b="0">
                <a:solidFill>
                  <a:srgbClr val="1E2D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 Hallucinations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⚠ Privacy &amp; data risks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⚠ Adversarial prompts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⚠ Over-reliance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75504" y="8412480"/>
            <a:ext cx="20574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50" b="1">
                <a:solidFill>
                  <a:srgbClr val="1946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5504" y="8714232"/>
            <a:ext cx="2057400" cy="158030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69" b="0">
                <a:solidFill>
                  <a:srgbClr val="1E2D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Secure RAG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 Multimodal SOC agents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 Auditable AI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 Human-in-the-loop automation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3370" y="10271028"/>
            <a:ext cx="6995160" cy="521207"/>
          </a:xfrm>
          <a:prstGeom prst="rect">
            <a:avLst/>
          </a:prstGeom>
          <a:solidFill>
            <a:srgbClr val="BFE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2044" y="10343030"/>
            <a:ext cx="6748272" cy="33547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40" b="1" dirty="0">
                <a:solidFill>
                  <a:srgbClr val="1437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 •  LLMs can extend cybersecurity teams by converting complex security data into actionable insights — with strong guardrails, trusted data and human oversight.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10451592"/>
            <a:ext cx="6995160" cy="161583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750" b="0">
                <a:solidFill>
                  <a:srgbClr val="2D41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Editable academic poster • LLMs in Cybersecurity • AI-Powered Threat Detection &amp; Security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259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Paneesha Bheemu</cp:lastModifiedBy>
  <cp:revision>1</cp:revision>
  <dcterms:created xsi:type="dcterms:W3CDTF">2013-01-27T09:14:16Z</dcterms:created>
  <dcterms:modified xsi:type="dcterms:W3CDTF">2026-08-31T04:35:17Z</dcterms:modified>
  <cp:category/>
</cp:coreProperties>
</file>